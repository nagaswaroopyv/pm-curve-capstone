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Quarterly Business Review — 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NexusCRM Product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Sarah Chen, Head of Product  |  January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Q4 2025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Features Shipped: 14 (Target: 12) ✅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On-Time Delivery: 73% (Target: 80%) ⚠️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P1/P2 Bugs to Prod: 8 (Target: &lt;5) ❌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Feature NPS: 52 (Target: 45) ✅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Engineering Velocity: 298 pts/sprint (Target: 320) ⚠️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  <a:r>
              <a:t>Strong feature output but quality and timeliness need improvement. Unified Inbox rush introduced 5 P1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Key Launches in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Unified Inbox v1 (Shipped Nov 15)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85 customers activated in first 6 weeks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Support ticket volume reduced 18% for activated customers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Issue: 5 P1 bugs in first week — hotfixed within 48 hours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Real-time Notification System (Shipped Oct 20)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92% of active users opted in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Reduced time to awareness from 4 hours to 3 minutes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Data API v1 (Shipped Dec 1)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45 customers generating API traffic in first month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Average 12,000 API calls/day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What Didn't Ship (and 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AI Lead Scoring Beta → Delayed to March 2026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Data pipeline dependencies took 6 weeks longer than estimated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ML team pulled to fix recommendation engine issues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Custom Dashboard Builder → Delayed to March 2026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Deprioritized when Unified Inbox timeline expanded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Design team bandwidth constrained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  <a:r>
              <a:t>Decision (Nov 8): Delayed Lead Scoring &amp; Dashboards to ensure Unified Inbox quality. Inbox was blocking 3 Enterprise renewals worth $420K combined.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Customer Feedback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Top 5 Feature Requests (Q4 survey, n=312)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#1  Custom Dashboards — 72% of respondents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#2  Workflow Automation — 68% (new entry)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#3  AI Lead Scoring — 54%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#4  Better Mobile Experience — 41% (improving)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#5  Reporting/Export — 38%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NPS by Segment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Enterprise: 48 → 55 (Unified Inbox impact)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Mid-Market: 42 → 44 (Stable)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SMB: 38 → 35 (Declining — pricing concerns)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Q1 2026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1. AI Lead Scoring Engine — Beta March 15 (Sarah Chen)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2. Unified Inbox v2 — Social Channels + AI (James Rodriguez)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3. Custom Dashboard Builder — Beta March 30 (Aisha Patel)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4. Data API v2 — Ship January 31 (Raj Krishnan)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5. SOC 2 Type II — Complete March 15 (Security)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Resource Allocation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40% AI/ML initiatives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30% Unified CX (Inbox + Dashboards)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20% Platform (API, Marketplace prep)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10% Infrastructure (SOC 2, performance)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Asks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Headcount: Requesting 2 ML engineers — need recruiter support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Budget: $50K for Vertex AI compute costs in Q1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Decision needed: Pursue HIPAA compliance in 2026? 3 prospects worth $800K but $200K investment required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Risk flag: Salesforce launched Einstein Lead Scoring v3 with real-time. Our beta is 3 months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