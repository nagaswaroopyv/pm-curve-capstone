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Product Launch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AI Lead Scoring Engine — NexusCRM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Sarah Chen, Head of Product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Launch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Feature: AI-Powered Lead Scoring with Explainability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Beta: March 15, 2026  |  GA: May 1, 2026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Target: 200 customers activated in first 90 days</a:t>
            </a:r>
          </a:p>
          <a:p>
            <a:pPr>
              <a:spcBef>
                <a:spcPts val="200"/>
              </a:spcBef>
              <a:defRPr sz="1300">
                <a:solidFill>
                  <a:srgbClr val="555555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Segment: Enterprise &amp; Mid-Market (Pro tier+)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Pricing: Included in Pro ($89/user/month) and Enterprise ($149/user/month)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Beta: 20 hand-selected Enterprise accounts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Key Metric: Lead-to-opportunity conversion improvement &gt;= 25%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Pre-Launch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Engineering (Priya Sharma)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✅ Core scoring model trained (AUC: 0.87)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✅ Real-time scoring API (&lt; 200ms p99)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☐ Score display in list view + mobile — Due Feb 28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☐ Explainability panel (SHAP) — Due Mar 5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☐ Load testing at 10x volume — Due Mar 12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Marketing (Nina Kowalski)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☐ Blog post + demo video — Due Mar 10-12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☐ Webinar scheduled Apr 3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☐ Competitive battle card vs Salesforce Einstein — Due Mar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Beta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Confirmed Beta Customers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TechFlow Inc. — 2,400 leads/month, VP Sales championing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CloudBase Corp — 1,800 leads/month, already using Zapier scoring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DataBridge Inc. — 900 leads/month, requested AI in Q3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GrowthStack — 1,200 leads/month, high engagement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SaaSMetrics Inc. — 3,100 leads/month, board connection</a:t>
            </a:r>
          </a:p>
          <a:p>
            <a:pPr>
              <a:spcBef>
                <a:spcPts val="200"/>
              </a:spcBef>
              <a:defRPr sz="1300">
                <a:solidFill>
                  <a:srgbClr val="555555"/>
                </a:solidFill>
              </a:defRPr>
            </a:pPr>
            <a:r>
              <a:t>+ 15 more to be confirmed by Feb 15</a:t>
            </a:r>
          </a:p>
          <a:p>
            <a:pPr>
              <a:spcBef>
                <a:spcPts val="200"/>
              </a:spcBef>
              <a:defRPr sz="1300">
                <a:solidFill>
                  <a:srgbClr val="555555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Beta Success Criteria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Model accuracy (AUC) &gt;= 0.82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Latency &lt; 500ms p95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90% beta customer activation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70% weekly active usage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Satisfaction &gt;= 4.0/5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Model accuracy below target on real data — Mitigation: AI + rule-based hybrid fallback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Insufficient customer training data — Mitigation: 500 lead minimum; synthetic augmentation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Salesforce competes before our GA — Mitigation: Explainability (SHAP) is our differentiator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EU privacy/GDPR concerns — Mitigation: In-region processing; no PII in model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Post-Launch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Week 1-2: Technical Stability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Error rate &lt; 0.1%, Latency within SLA, No P1 bugs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Month 1: Adoption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200 customers activated, 80% daily active usage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Month 3: Impact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Conversion improvement &gt;= 25%, Feature NPS &gt;= 50, 3 case studies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Month 6: Business Impact</a:t>
            </a:r>
          </a:p>
          <a:p>
            <a:pPr>
              <a:spcBef>
                <a:spcPts val="600"/>
              </a:spcBef>
              <a:defRPr sz="1400" b="1">
                <a:solidFill>
                  <a:srgbClr val="0066CC"/>
                </a:solidFill>
              </a:defRPr>
            </a:pPr>
            <a:r>
              <a:t>$1.2M incremental ARR attributed to AI features</a:t>
            </a:r>
          </a:p>
          <a:p>
            <a:pPr>
              <a:spcBef>
                <a:spcPts val="400"/>
              </a:spcBef>
              <a:defRPr sz="1400">
                <a:solidFill>
                  <a:srgbClr val="1A1A1A"/>
                </a:solidFill>
              </a:defRPr>
            </a:pPr>
            <a:r>
              <a:t>•  10 competitive wins where AI scoring was deciding factor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